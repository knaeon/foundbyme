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0"/>
  </p:notesMasterIdLst>
  <p:sldIdLst>
    <p:sldId id="274" r:id="rId2"/>
    <p:sldId id="276" r:id="rId3"/>
    <p:sldId id="275" r:id="rId4"/>
    <p:sldId id="279" r:id="rId5"/>
    <p:sldId id="280" r:id="rId6"/>
    <p:sldId id="278" r:id="rId7"/>
    <p:sldId id="282" r:id="rId8"/>
    <p:sldId id="28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8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A093B"/>
    <a:srgbClr val="9D6F40"/>
    <a:srgbClr val="FFFFFF"/>
    <a:srgbClr val="525252"/>
    <a:srgbClr val="3C3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8" d="100"/>
          <a:sy n="188" d="100"/>
        </p:scale>
        <p:origin x="936" y="150"/>
      </p:cViewPr>
      <p:guideLst>
        <p:guide orient="horz" pos="1620"/>
        <p:guide pos="2880"/>
        <p:guide pos="8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100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KoPubWorld돋움체 Medium" panose="00000600000000000000" pitchFamily="2" charset="-127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368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11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473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77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397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257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070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5C161-8C51-6987-48CF-52CEE2BBE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E769A1-E59F-7145-B461-E17A4476C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958BF8-D779-A522-DD6C-41E850466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E119DB-ED0C-32F6-202E-C351E907E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866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  <a:sym typeface="Arial"/>
            </a:endParaRPr>
          </a:p>
        </p:txBody>
      </p:sp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www.kaggle.com/code/clyde1114/615557-practice03-sampl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kaggle.com/competitions/2025-2-data-solution-p-03" TargetMode="Externa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38" y="88436"/>
            <a:ext cx="405000" cy="405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8622904" y="88436"/>
            <a:ext cx="404558" cy="4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28E9AD-A8BC-D16D-F6E7-5595E2EFE5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5313" y="140895"/>
            <a:ext cx="508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 및 실습 </a:t>
            </a:r>
            <a:r>
              <a:rPr lang="en-US" altLang="ko-KR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endParaRPr lang="ko-KR" altLang="en-US" sz="18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1DA68-0E31-0007-962A-A04B6778E7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538" y="487470"/>
            <a:ext cx="1226618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(1) Kaggle</a:t>
            </a:r>
            <a:endParaRPr lang="ko-KR" altLang="en-US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7149" y="526774"/>
            <a:ext cx="69525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4FF257-7470-FF78-BE64-D5BD1C58B4EE}"/>
              </a:ext>
            </a:extLst>
          </p:cNvPr>
          <p:cNvSpPr txBox="1"/>
          <p:nvPr/>
        </p:nvSpPr>
        <p:spPr>
          <a:xfrm>
            <a:off x="293663" y="1007221"/>
            <a:ext cx="8556674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4775">
              <a:lnSpc>
                <a:spcPct val="115000"/>
              </a:lnSpc>
              <a:buSzPts val="1400"/>
            </a:pP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 및 실습 </a:t>
            </a:r>
            <a:r>
              <a:rPr lang="en-US" altLang="ko-KR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경진대회 링크 통해 참여</a:t>
            </a:r>
            <a:r>
              <a:rPr lang="en-US" altLang="ko-KR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</a:p>
          <a:p>
            <a:pPr marL="104775">
              <a:lnSpc>
                <a:spcPct val="115000"/>
              </a:lnSpc>
              <a:buSzPts val="1400"/>
            </a:pPr>
            <a:r>
              <a:rPr lang="en-US" altLang="ko-KR" sz="1500" b="1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hlinkClick r:id="rId6"/>
              </a:rPr>
              <a:t>https://www.kaggle.com/competitions/2025-2-data-solution-p-03</a:t>
            </a:r>
            <a:endParaRPr lang="en-US" altLang="ko-KR" sz="1500" b="1" dirty="0">
              <a:solidFill>
                <a:srgbClr val="FF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04775">
              <a:lnSpc>
                <a:spcPct val="115000"/>
              </a:lnSpc>
              <a:buSzPts val="1400"/>
            </a:pP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Team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Name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설정 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– “</a:t>
            </a:r>
            <a:r>
              <a:rPr lang="en-US" altLang="ko-KR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615557</a:t>
            </a:r>
            <a:r>
              <a:rPr lang="en-US" altLang="ko-KR" sz="1500" b="1" dirty="0">
                <a:solidFill>
                  <a:srgbClr val="20212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</a:t>
            </a:r>
            <a:r>
              <a:rPr lang="ko-KR" altLang="en-US" sz="1500" b="1" dirty="0">
                <a:solidFill>
                  <a:srgbClr val="20212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박동현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” (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학번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이름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104775">
              <a:lnSpc>
                <a:spcPct val="115000"/>
              </a:lnSpc>
              <a:buSzPts val="1400"/>
            </a:pPr>
            <a:endParaRPr lang="en-US" altLang="ko-KR" sz="15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04775">
              <a:lnSpc>
                <a:spcPct val="115000"/>
              </a:lnSpc>
              <a:buSzPts val="1400"/>
            </a:pP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실습 및 과제용 노트북</a:t>
            </a:r>
            <a:endParaRPr lang="en-US" altLang="ko-KR" sz="15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04775">
              <a:lnSpc>
                <a:spcPct val="115000"/>
              </a:lnSpc>
              <a:buSzPts val="1400"/>
            </a:pP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Notebook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생성 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– “</a:t>
            </a:r>
            <a:r>
              <a:rPr lang="en-US" altLang="ko-KR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615557_</a:t>
            </a:r>
            <a:r>
              <a:rPr lang="ko-KR" altLang="en-US" sz="1500" b="1" dirty="0">
                <a:solidFill>
                  <a:srgbClr val="20212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박동현</a:t>
            </a:r>
            <a:r>
              <a:rPr lang="en-US" altLang="ko-KR" sz="1500" b="1" dirty="0">
                <a:solidFill>
                  <a:srgbClr val="202124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_practice03.ipynb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” (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학번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이름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-practice03) </a:t>
            </a:r>
          </a:p>
          <a:p>
            <a:pPr marL="104775">
              <a:lnSpc>
                <a:spcPct val="115000"/>
              </a:lnSpc>
              <a:buSzPts val="1400"/>
            </a:pP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참고 노트북</a:t>
            </a:r>
            <a:r>
              <a:rPr lang="en-US" altLang="ko-KR" sz="15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en-US" altLang="ko-KR" sz="15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  <a:hlinkClick r:id="rId7"/>
              </a:rPr>
              <a:t>https://www.kaggle.com/code/clyde1114/615557-practice03-sample</a:t>
            </a:r>
            <a:endParaRPr lang="en-US" altLang="ko-KR" sz="150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04775">
              <a:lnSpc>
                <a:spcPct val="115000"/>
              </a:lnSpc>
              <a:buSzPts val="1400"/>
            </a:pPr>
            <a:r>
              <a:rPr lang="en-US" altLang="ko-KR" sz="15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Import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용 노트북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615557_sample_practice03.ipynb (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 업로드됨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104775">
              <a:lnSpc>
                <a:spcPct val="115000"/>
              </a:lnSpc>
              <a:buSzPts val="1400"/>
            </a:pPr>
            <a:endParaRPr lang="en-US" altLang="ko-KR" sz="15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5549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38" y="88436"/>
            <a:ext cx="405000" cy="405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8622904" y="88436"/>
            <a:ext cx="404558" cy="4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28E9AD-A8BC-D16D-F6E7-5595E2EFE5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5313" y="140895"/>
            <a:ext cx="508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 및 실습 </a:t>
            </a:r>
            <a:r>
              <a:rPr lang="en-US" altLang="ko-KR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공통</a:t>
            </a:r>
            <a:r>
              <a:rPr lang="en-US" altLang="ko-KR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 sz="18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1DA68-0E31-0007-962A-A04B6778E7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538" y="487470"/>
            <a:ext cx="1226618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(1) Kaggle</a:t>
            </a:r>
            <a:endParaRPr lang="ko-KR" altLang="en-US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7149" y="526774"/>
            <a:ext cx="69525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4FF257-7470-FF78-BE64-D5BD1C58B4EE}"/>
              </a:ext>
            </a:extLst>
          </p:cNvPr>
          <p:cNvSpPr txBox="1"/>
          <p:nvPr/>
        </p:nvSpPr>
        <p:spPr>
          <a:xfrm>
            <a:off x="293663" y="1007221"/>
            <a:ext cx="8556674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주피터 노트북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과학자가 많이 사용하는 오픈소스 웹 애플리케이션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텍스트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코드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수식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그래프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코드 결과를 하나의 파일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(.</a:t>
            </a:r>
            <a:r>
              <a:rPr lang="en-US" altLang="ko-KR" sz="15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ipynb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 표현할 수 있어 편리함</a:t>
            </a:r>
          </a:p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노트북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5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캐글이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제공하는 주피터 노트북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8D6575-0C4A-4383-8CEF-ED7459781ED5}"/>
              </a:ext>
            </a:extLst>
          </p:cNvPr>
          <p:cNvSpPr txBox="1">
            <a:spLocks/>
          </p:cNvSpPr>
          <p:nvPr/>
        </p:nvSpPr>
        <p:spPr>
          <a:xfrm>
            <a:off x="116539" y="2271668"/>
            <a:ext cx="6761787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1. </a:t>
            </a:r>
            <a:r>
              <a:rPr lang="ko-KR" altLang="en-US" sz="15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참고 노트북 </a:t>
            </a:r>
            <a:r>
              <a:rPr lang="en-US" altLang="ko-KR" sz="15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Copy or File-Import</a:t>
            </a:r>
            <a:r>
              <a:rPr lang="ko-KR" altLang="en-US" sz="15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5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Notebook</a:t>
            </a:r>
            <a:r>
              <a:rPr lang="ko-KR" altLang="en-US" sz="15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을 통해 제공되는 실습 코드를 </a:t>
            </a:r>
            <a:r>
              <a:rPr lang="ko-KR" altLang="en-US" sz="15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임포트</a:t>
            </a:r>
            <a:endParaRPr lang="ko-KR" altLang="en-US" sz="15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3932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38" y="88436"/>
            <a:ext cx="405000" cy="405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8622904" y="88436"/>
            <a:ext cx="404558" cy="4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28E9AD-A8BC-D16D-F6E7-5595E2EFE5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5313" y="140895"/>
            <a:ext cx="508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 및 실습 </a:t>
            </a:r>
            <a:r>
              <a:rPr lang="en-US" altLang="ko-KR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공통</a:t>
            </a:r>
            <a:r>
              <a:rPr lang="en-US" altLang="ko-KR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 sz="18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1DA68-0E31-0007-962A-A04B6778E7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538" y="487470"/>
            <a:ext cx="1226618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(1) Kaggle</a:t>
            </a:r>
            <a:endParaRPr lang="ko-KR" altLang="en-US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7149" y="526774"/>
            <a:ext cx="69525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4FF257-7470-FF78-BE64-D5BD1C58B4EE}"/>
              </a:ext>
            </a:extLst>
          </p:cNvPr>
          <p:cNvSpPr txBox="1"/>
          <p:nvPr/>
        </p:nvSpPr>
        <p:spPr>
          <a:xfrm>
            <a:off x="293663" y="1007221"/>
            <a:ext cx="8556674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주피터 노트북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과학자가 많이 사용하는 오픈소스 웹 애플리케이션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텍스트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코드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수식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그래프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코드 결과를 하나의 파일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(.</a:t>
            </a:r>
            <a:r>
              <a:rPr lang="en-US" altLang="ko-KR" sz="15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ipynb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 표현할 수 있어 편리함</a:t>
            </a:r>
          </a:p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노트북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5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캐글이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제공하는 주피터 노트북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8D6575-0C4A-4383-8CEF-ED7459781ED5}"/>
              </a:ext>
            </a:extLst>
          </p:cNvPr>
          <p:cNvSpPr txBox="1">
            <a:spLocks/>
          </p:cNvSpPr>
          <p:nvPr/>
        </p:nvSpPr>
        <p:spPr>
          <a:xfrm>
            <a:off x="116538" y="2271668"/>
            <a:ext cx="489909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2. </a:t>
            </a:r>
            <a:r>
              <a:rPr lang="ko-KR" altLang="en-US" sz="1500" b="1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노트북의 이름은 반드시 </a:t>
            </a:r>
            <a:r>
              <a:rPr lang="en-US" altLang="ko-KR" sz="1500" b="1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“</a:t>
            </a:r>
            <a:r>
              <a:rPr lang="ko-KR" altLang="en-US" sz="1500" b="1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학번</a:t>
            </a:r>
            <a:r>
              <a:rPr lang="en-US" altLang="ko-KR" sz="1500" b="1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</a:t>
            </a:r>
            <a:r>
              <a:rPr lang="ko-KR" altLang="en-US" sz="1500" b="1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이름</a:t>
            </a:r>
            <a:r>
              <a:rPr lang="en-US" altLang="ko-KR" sz="1500" b="1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_practice0x”</a:t>
            </a:r>
            <a:r>
              <a:rPr lang="ko-KR" altLang="en-US" sz="1500" b="1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으로 설정</a:t>
            </a:r>
          </a:p>
        </p:txBody>
      </p:sp>
    </p:spTree>
    <p:extLst>
      <p:ext uri="{BB962C8B-B14F-4D97-AF65-F5344CB8AC3E}">
        <p14:creationId xmlns:p14="http://schemas.microsoft.com/office/powerpoint/2010/main" val="274717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38" y="88436"/>
            <a:ext cx="405000" cy="405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8622904" y="88436"/>
            <a:ext cx="404558" cy="4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28E9AD-A8BC-D16D-F6E7-5595E2EFE5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5313" y="140895"/>
            <a:ext cx="508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 및 실습 </a:t>
            </a:r>
            <a:r>
              <a:rPr lang="en-US" altLang="ko-KR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공통</a:t>
            </a:r>
            <a:r>
              <a:rPr lang="en-US" altLang="ko-KR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 sz="18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1DA68-0E31-0007-962A-A04B6778E7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538" y="487470"/>
            <a:ext cx="1226618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(1) Kaggle</a:t>
            </a:r>
            <a:endParaRPr lang="ko-KR" altLang="en-US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7149" y="526774"/>
            <a:ext cx="69525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4FF257-7470-FF78-BE64-D5BD1C58B4EE}"/>
              </a:ext>
            </a:extLst>
          </p:cNvPr>
          <p:cNvSpPr txBox="1"/>
          <p:nvPr/>
        </p:nvSpPr>
        <p:spPr>
          <a:xfrm>
            <a:off x="293663" y="1007221"/>
            <a:ext cx="8556674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주피터 노트북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과학자가 많이 사용하는 오픈소스 웹 애플리케이션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텍스트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코드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수식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그래프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코드 결과를 하나의 파일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(.</a:t>
            </a:r>
            <a:r>
              <a:rPr lang="en-US" altLang="ko-KR" sz="15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ipynb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 표현할 수 있어 편리함</a:t>
            </a:r>
          </a:p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노트북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5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캐글이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제공하는 주피터 노트북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8D6575-0C4A-4383-8CEF-ED7459781ED5}"/>
              </a:ext>
            </a:extLst>
          </p:cNvPr>
          <p:cNvSpPr txBox="1">
            <a:spLocks/>
          </p:cNvSpPr>
          <p:nvPr/>
        </p:nvSpPr>
        <p:spPr>
          <a:xfrm>
            <a:off x="116539" y="2271667"/>
            <a:ext cx="827181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3. </a:t>
            </a:r>
            <a:r>
              <a:rPr lang="ko-KR" altLang="en-US" sz="15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캐글</a:t>
            </a:r>
            <a:r>
              <a:rPr lang="ko-KR" altLang="en-US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상에 노트북 저장하기 </a:t>
            </a:r>
            <a:r>
              <a:rPr lang="en-US" altLang="ko-KR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코드만</a:t>
            </a:r>
            <a:r>
              <a:rPr lang="en-US" altLang="ko-KR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 -&gt; Save Version -&gt; Version type (Quick Save) </a:t>
            </a:r>
          </a:p>
          <a:p>
            <a:r>
              <a:rPr lang="ko-KR" altLang="en-US" sz="1500" b="1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캐글</a:t>
            </a:r>
            <a:r>
              <a:rPr lang="ko-KR" altLang="en-US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상에 노트북 저장하기 </a:t>
            </a:r>
            <a:r>
              <a:rPr lang="en-US" altLang="ko-KR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제출용 및 아웃풋 생성</a:t>
            </a:r>
            <a:r>
              <a:rPr lang="en-US" altLang="ko-KR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r>
              <a:rPr lang="ko-KR" altLang="en-US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-&gt; Save Version -&gt; Version type (Save &amp; Run All)</a:t>
            </a:r>
          </a:p>
          <a:p>
            <a:endParaRPr lang="ko-KR" altLang="en-US" sz="15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2225689-A3DD-58C0-AFE3-B0939C8826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925" y="3105390"/>
            <a:ext cx="2865044" cy="95739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0C34C1F-2947-ED92-5807-BD2D5D9760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999" y="2851512"/>
            <a:ext cx="4169535" cy="22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430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38" y="88436"/>
            <a:ext cx="405000" cy="405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8622904" y="88436"/>
            <a:ext cx="404558" cy="4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28E9AD-A8BC-D16D-F6E7-5595E2EFE5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5313" y="140895"/>
            <a:ext cx="508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 및 실습 </a:t>
            </a:r>
            <a:r>
              <a:rPr lang="en-US" altLang="ko-KR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공통</a:t>
            </a:r>
            <a:r>
              <a:rPr lang="en-US" altLang="ko-KR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endParaRPr lang="ko-KR" altLang="en-US" sz="18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1DA68-0E31-0007-962A-A04B6778E7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6538" y="487470"/>
            <a:ext cx="1226618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(1) Kaggle</a:t>
            </a:r>
            <a:endParaRPr lang="ko-KR" altLang="en-US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7149" y="526774"/>
            <a:ext cx="69525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4FF257-7470-FF78-BE64-D5BD1C58B4EE}"/>
              </a:ext>
            </a:extLst>
          </p:cNvPr>
          <p:cNvSpPr txBox="1"/>
          <p:nvPr/>
        </p:nvSpPr>
        <p:spPr>
          <a:xfrm>
            <a:off x="293663" y="1007221"/>
            <a:ext cx="8556674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주피터 노트북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과학자가 많이 사용하는 오픈소스 웹 애플리케이션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텍스트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코드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수식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그래프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코드 결과를 하나의 파일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(.</a:t>
            </a:r>
            <a:r>
              <a:rPr lang="en-US" altLang="ko-KR" sz="15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ipynb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 표현할 수 있어 편리함</a:t>
            </a:r>
          </a:p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노트북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5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캐글이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제공하는 주피터 노트북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8D6575-0C4A-4383-8CEF-ED7459781ED5}"/>
              </a:ext>
            </a:extLst>
          </p:cNvPr>
          <p:cNvSpPr txBox="1">
            <a:spLocks/>
          </p:cNvSpPr>
          <p:nvPr/>
        </p:nvSpPr>
        <p:spPr>
          <a:xfrm>
            <a:off x="116538" y="2271667"/>
            <a:ext cx="5601213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4. </a:t>
            </a:r>
            <a:r>
              <a:rPr lang="ko-KR" altLang="en-US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노트북 저장하기 </a:t>
            </a:r>
            <a:r>
              <a:rPr lang="en-US" altLang="ko-KR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(</a:t>
            </a:r>
            <a:r>
              <a:rPr lang="ko-KR" altLang="en-US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로컬 컴퓨터</a:t>
            </a:r>
            <a:r>
              <a:rPr lang="en-US" altLang="ko-KR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)</a:t>
            </a:r>
            <a:r>
              <a:rPr lang="ko-KR" altLang="en-US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 </a:t>
            </a:r>
            <a:r>
              <a:rPr lang="en-US" altLang="ko-KR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-&gt; File -&gt; Download Notebook</a:t>
            </a:r>
          </a:p>
          <a:p>
            <a:r>
              <a:rPr lang="ko-KR" altLang="en-US" sz="1500" b="1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로컬에 저장하는 </a:t>
            </a:r>
            <a:r>
              <a:rPr lang="ko-KR" altLang="en-US" sz="1500" b="1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노트북의 이름은 반드시 학번</a:t>
            </a:r>
            <a:r>
              <a:rPr lang="en-US" altLang="ko-KR" sz="1500" b="1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</a:t>
            </a:r>
            <a:r>
              <a:rPr lang="ko-KR" altLang="en-US" sz="1500" b="1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이름</a:t>
            </a:r>
            <a:r>
              <a:rPr lang="en-US" altLang="ko-KR" sz="1500" b="1" dirty="0">
                <a:solidFill>
                  <a:srgbClr val="FF0000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_practice0x.ipynb</a:t>
            </a:r>
            <a:endParaRPr lang="en-US" altLang="ko-KR" sz="15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  <a:p>
            <a:endParaRPr lang="ko-KR" altLang="en-US" sz="1500" b="1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9218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38" y="88436"/>
            <a:ext cx="405000" cy="405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8622904" y="88436"/>
            <a:ext cx="404558" cy="4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28E9AD-A8BC-D16D-F6E7-5595E2EFE5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5313" y="140895"/>
            <a:ext cx="508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 및 실습 </a:t>
            </a:r>
            <a:r>
              <a:rPr lang="en-US" altLang="ko-KR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endParaRPr lang="ko-KR" altLang="en-US" sz="18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1DA68-0E31-0007-962A-A04B6778E779}"/>
              </a:ext>
            </a:extLst>
          </p:cNvPr>
          <p:cNvSpPr txBox="1">
            <a:spLocks/>
          </p:cNvSpPr>
          <p:nvPr/>
        </p:nvSpPr>
        <p:spPr>
          <a:xfrm>
            <a:off x="116538" y="487470"/>
            <a:ext cx="1805302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(2) </a:t>
            </a: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실습문제 풀이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7149" y="526774"/>
            <a:ext cx="69525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1921BE9-FFEB-455B-054F-6BB6BD844F52}"/>
              </a:ext>
            </a:extLst>
          </p:cNvPr>
          <p:cNvSpPr txBox="1"/>
          <p:nvPr/>
        </p:nvSpPr>
        <p:spPr>
          <a:xfrm>
            <a:off x="293663" y="1007221"/>
            <a:ext cx="8556674" cy="245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 제출</a:t>
            </a:r>
            <a:r>
              <a:rPr lang="en-US" altLang="ko-KR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</a:p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1) </a:t>
            </a:r>
            <a:r>
              <a:rPr lang="en-US" altLang="ko-KR" sz="15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ipynb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 </a:t>
            </a:r>
            <a:endParaRPr lang="en-US" altLang="ko-KR" sz="15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685800" lvl="1" indent="-238125">
              <a:lnSpc>
                <a:spcPct val="115000"/>
              </a:lnSpc>
              <a:buSzPts val="1400"/>
              <a:buChar char="•"/>
            </a:pP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파일명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학번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</a:t>
            </a: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이름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_practice03.ipynb</a:t>
            </a:r>
          </a:p>
          <a:p>
            <a:pPr marL="685800" lvl="1" indent="-238125">
              <a:lnSpc>
                <a:spcPct val="115000"/>
              </a:lnSpc>
              <a:buSzPts val="1400"/>
              <a:buChar char="•"/>
            </a:pP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파일명이 형식에 맞지 않을 경우 감점</a:t>
            </a:r>
            <a:endParaRPr lang="en-US" altLang="ko-KR" sz="1050" dirty="0">
              <a:solidFill>
                <a:srgbClr val="FF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2)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실습 및 과제를 푼 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ppt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파일을 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pdf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변환한 파일</a:t>
            </a:r>
            <a:endParaRPr lang="en-US" altLang="ko-KR" sz="15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685800" lvl="1" indent="-238125">
              <a:lnSpc>
                <a:spcPct val="115000"/>
              </a:lnSpc>
              <a:buSzPts val="1400"/>
              <a:buChar char="•"/>
            </a:pPr>
            <a:r>
              <a:rPr lang="ko-KR" altLang="en-US" sz="105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 </a:t>
            </a:r>
            <a:r>
              <a:rPr lang="en-US" altLang="ko-KR" sz="105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ppt </a:t>
            </a:r>
            <a:r>
              <a:rPr lang="ko-KR" altLang="en-US" sz="105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파일의 슬라이드 </a:t>
            </a:r>
            <a:r>
              <a:rPr lang="en-US" altLang="ko-KR" sz="105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</a:t>
            </a:r>
            <a:r>
              <a:rPr lang="ko-KR" altLang="en-US" sz="105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부터 실제 코드와 코드 결과물을 스크린샷 해서 첨부한다</a:t>
            </a:r>
            <a:r>
              <a:rPr lang="en-US" altLang="ko-KR" sz="105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marL="685800" lvl="1" indent="-238125">
              <a:lnSpc>
                <a:spcPct val="115000"/>
              </a:lnSpc>
              <a:buSzPts val="1400"/>
              <a:buFontTx/>
              <a:buChar char="•"/>
            </a:pP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파일명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학번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</a:t>
            </a: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이름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_practice03.pdf</a:t>
            </a:r>
          </a:p>
          <a:p>
            <a:pPr marL="685800" lvl="1" indent="-238125">
              <a:lnSpc>
                <a:spcPct val="115000"/>
              </a:lnSpc>
              <a:buSzPts val="1400"/>
              <a:buFontTx/>
              <a:buChar char="•"/>
            </a:pP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pdf </a:t>
            </a: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파일로 변환하지 않았을 경우 감점</a:t>
            </a:r>
            <a:endParaRPr lang="en-US" altLang="ko-KR" sz="1050" dirty="0">
              <a:solidFill>
                <a:srgbClr val="FF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342900" indent="-238125">
              <a:lnSpc>
                <a:spcPct val="115000"/>
              </a:lnSpc>
              <a:buSzPts val="1400"/>
              <a:buFontTx/>
              <a:buChar char="•"/>
            </a:pP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3)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 제출일</a:t>
            </a:r>
            <a:endParaRPr lang="en-US" altLang="ko-KR" sz="15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685800" lvl="1" indent="-238125">
              <a:lnSpc>
                <a:spcPct val="115000"/>
              </a:lnSpc>
              <a:buSzPts val="1400"/>
              <a:buFontTx/>
              <a:buChar char="•"/>
            </a:pP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3:</a:t>
            </a: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12</a:t>
            </a: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월 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22</a:t>
            </a: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일 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월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 </a:t>
            </a: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오후 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11</a:t>
            </a: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 </a:t>
            </a:r>
            <a:r>
              <a:rPr lang="en-US" altLang="ko-KR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59</a:t>
            </a:r>
            <a:r>
              <a:rPr lang="ko-KR" altLang="en-US" sz="1050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분</a:t>
            </a:r>
            <a:endParaRPr lang="en-US" altLang="ko-KR" sz="1050" dirty="0">
              <a:solidFill>
                <a:srgbClr val="FF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447675" lvl="1">
              <a:lnSpc>
                <a:spcPct val="115000"/>
              </a:lnSpc>
              <a:buSzPts val="1400"/>
            </a:pPr>
            <a:endParaRPr lang="en-US" altLang="ko-KR" sz="1050" dirty="0">
              <a:solidFill>
                <a:srgbClr val="FF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3245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38" y="88436"/>
            <a:ext cx="405000" cy="405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8622904" y="88436"/>
            <a:ext cx="404558" cy="4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228E9AD-A8BC-D16D-F6E7-5595E2EFE5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5313" y="140895"/>
            <a:ext cx="508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 및 실습 </a:t>
            </a:r>
            <a:r>
              <a:rPr lang="en-US" altLang="ko-KR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endParaRPr lang="ko-KR" altLang="en-US" sz="18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1DA68-0E31-0007-962A-A04B6778E779}"/>
              </a:ext>
            </a:extLst>
          </p:cNvPr>
          <p:cNvSpPr txBox="1">
            <a:spLocks/>
          </p:cNvSpPr>
          <p:nvPr/>
        </p:nvSpPr>
        <p:spPr>
          <a:xfrm>
            <a:off x="116538" y="487470"/>
            <a:ext cx="1531188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(3) </a:t>
            </a: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실습문제 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endParaRPr lang="ko-KR" altLang="en-US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7149" y="526774"/>
            <a:ext cx="69525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E306FD9-9FC5-2F10-8CB0-D8FF69B88B0F}"/>
              </a:ext>
            </a:extLst>
          </p:cNvPr>
          <p:cNvSpPr txBox="1"/>
          <p:nvPr/>
        </p:nvSpPr>
        <p:spPr>
          <a:xfrm>
            <a:off x="6100948" y="3871650"/>
            <a:ext cx="2572265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제출물</a:t>
            </a:r>
            <a:r>
              <a:rPr lang="en-US" altLang="ko-KR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</a:p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1)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작성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코드 스크린샷</a:t>
            </a:r>
            <a:endParaRPr lang="en-US" altLang="ko-KR" sz="15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2)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작성 코드에 대한 설명</a:t>
            </a:r>
            <a:endParaRPr lang="en-US" altLang="ko-KR" sz="15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3)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아웃풋 결과물 스크린샷</a:t>
            </a:r>
            <a:endParaRPr lang="en-US" altLang="ko-KR" sz="1050" dirty="0">
              <a:solidFill>
                <a:srgbClr val="FF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664B8D-DA93-5CA3-E66B-D74103CBFFBF}"/>
              </a:ext>
            </a:extLst>
          </p:cNvPr>
          <p:cNvSpPr txBox="1"/>
          <p:nvPr/>
        </p:nvSpPr>
        <p:spPr>
          <a:xfrm>
            <a:off x="195326" y="1008086"/>
            <a:ext cx="842757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실습 및 과제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1.1 -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성능개선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 (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증강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– Data Augmentation)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실습 및 과제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1.2 -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성능개선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 (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모델링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더 깊은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CNN,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더 뛰어난 </a:t>
            </a:r>
            <a:r>
              <a:rPr lang="ko-KR" altLang="en-US"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옵티마이저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에폭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수 추가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endParaRPr lang="en-US" altLang="ko-KR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위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1.1,1.2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의 </a:t>
            </a:r>
            <a:r>
              <a:rPr lang="ko-KR" altLang="en-US" sz="16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코드적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중요 부분과 실행한 모델의 결과를 스크린샷 및 설명 </a:t>
            </a: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각 </a:t>
            </a: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페이지</a:t>
            </a: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실습 및 과제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중 최고 성능 모델의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결과를 스크린샷 찍어서 첨부 </a:t>
            </a: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(1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페이지</a:t>
            </a: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48724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3A689-8C19-39A3-692C-4A23E275E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CE24BBC8-7D30-9437-CFF3-F2634F6FE5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38" y="88436"/>
            <a:ext cx="405000" cy="405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33E5EA7-EEC8-77F4-6EA6-F44F69CDD2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8622904" y="88436"/>
            <a:ext cx="404558" cy="40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B6584E-FDE4-788B-BF72-9398A1D2A0C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5313" y="140895"/>
            <a:ext cx="5081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과제 및 실습 </a:t>
            </a:r>
            <a:r>
              <a:rPr lang="en-US" altLang="ko-KR" sz="18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3</a:t>
            </a:r>
            <a:endParaRPr lang="ko-KR" altLang="en-US" sz="18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542F22-28A1-4D02-EDC1-4ADEE85AC39F}"/>
              </a:ext>
            </a:extLst>
          </p:cNvPr>
          <p:cNvSpPr txBox="1">
            <a:spLocks/>
          </p:cNvSpPr>
          <p:nvPr/>
        </p:nvSpPr>
        <p:spPr>
          <a:xfrm>
            <a:off x="116538" y="487470"/>
            <a:ext cx="1531188" cy="4732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(3) </a:t>
            </a:r>
            <a:r>
              <a:rPr lang="ko-KR" altLang="en-US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실습문제 </a:t>
            </a:r>
            <a:r>
              <a:rPr lang="en-US" altLang="ko-KR" sz="1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</a:t>
            </a:r>
            <a:endParaRPr lang="ko-KR" altLang="en-US" sz="1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FD518E26-54D4-16D7-C294-1D54364423A8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7149" y="526774"/>
            <a:ext cx="69525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2ECCC72-649E-7A93-A5B2-19E9A05A359C}"/>
              </a:ext>
            </a:extLst>
          </p:cNvPr>
          <p:cNvSpPr txBox="1"/>
          <p:nvPr/>
        </p:nvSpPr>
        <p:spPr>
          <a:xfrm>
            <a:off x="6100948" y="3871650"/>
            <a:ext cx="2572265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ko-KR" altLang="en-US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제출물</a:t>
            </a:r>
            <a:r>
              <a:rPr lang="en-US" altLang="ko-KR" sz="15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</a:t>
            </a:r>
          </a:p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1)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작성</a:t>
            </a: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코드 스크린샷</a:t>
            </a:r>
            <a:endParaRPr lang="en-US" altLang="ko-KR" sz="15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2)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작성 코드에 대한 설명</a:t>
            </a:r>
            <a:endParaRPr lang="en-US" altLang="ko-KR" sz="15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342900" indent="-238125">
              <a:lnSpc>
                <a:spcPct val="115000"/>
              </a:lnSpc>
              <a:buSzPts val="1400"/>
              <a:buChar char="•"/>
            </a:pPr>
            <a:r>
              <a:rPr lang="en-US" altLang="ko-KR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3) </a:t>
            </a:r>
            <a:r>
              <a:rPr lang="ko-KR" altLang="en-US" sz="15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아웃풋 결과물 스크린샷</a:t>
            </a:r>
            <a:endParaRPr lang="en-US" altLang="ko-KR" sz="1050" dirty="0">
              <a:solidFill>
                <a:srgbClr val="FF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2AFC3D-FF6F-E9B1-0D0A-E2B9E7955EE2}"/>
              </a:ext>
            </a:extLst>
          </p:cNvPr>
          <p:cNvSpPr txBox="1"/>
          <p:nvPr/>
        </p:nvSpPr>
        <p:spPr>
          <a:xfrm>
            <a:off x="195326" y="1008086"/>
            <a:ext cx="8427578" cy="1224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과제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2 -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실습 및 과제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1.1~2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에서 제외한 나만의 성능개선 방법을 시도해보고 이에 대해 설명 하라</a:t>
            </a:r>
            <a:endParaRPr lang="en-US" altLang="ko-KR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가장 잘 성능이 높은 모델을 리더보드에 제출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-&gt;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제출 결과 스크린샷 </a:t>
            </a: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(1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페이지</a:t>
            </a: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혹시 성능이 개선이 되지 않으면 그 이유에 대해서 설명해도 됩니다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성능 개선 모델 진행 상황 및 코드를 스크린 캡처하여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PPT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로 설명 </a:t>
            </a: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(3~5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페이지</a:t>
            </a: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996629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578</TotalTime>
  <Words>659</Words>
  <Application>Microsoft Office PowerPoint</Application>
  <PresentationFormat>화면 슬라이드 쇼(16:9)</PresentationFormat>
  <Paragraphs>73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KoPubWorld돋움체 Bold</vt:lpstr>
      <vt:lpstr>KoPubWorld돋움체 Medium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박동현</cp:lastModifiedBy>
  <cp:revision>106</cp:revision>
  <dcterms:modified xsi:type="dcterms:W3CDTF">2025-12-03T09:37:56Z</dcterms:modified>
</cp:coreProperties>
</file>